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5029200"/>
            <a:ext cx="3959352" cy="4572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smallgameagent 项目组 · 分层多 Agent + 在线规则更新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到底难在哪？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我们的解法：三层快慢分离架构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云端多模型 API 与本地 VLM 的落地配置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规则在线更新：让底层规则也能「进化」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通信与记忆策略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最新实验结果与训练数据管线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下一步我们要攻什么？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01 我们在解决什么问题？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空间一致性：场景会随进度改变，云端模型容易「记错」障碍物位置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时间一致性：后续策略会反向改写前面的行为语义，导致推进失败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策略短视：有钱就去升级，而不是攒够再升级，效率很低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运行效率：每个游戏后端数据不同，日志与探针不能一刀切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延迟：纯云端决策太慢，无法满足实时逐步控制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02 三层架构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 ~0 ms，负责 move / tap 的零延迟执行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做长程规划与规则更新，每 M 步或阶段切换触发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03 云端多 Provider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文本+多模态；Qwen 文本可用；OpenCodeGo / DeepSeek 余额不足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04 规则在线更新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5" name="Down Arrow 4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冲突 / 世界模型 stale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自动备份，未通过则进入待审队列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目标：把「拿到钱就升级」的短视行为，改成「攒够再升级」的长程最优策略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05 Agent 通信与记忆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28016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28016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4864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78308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06 本地 VLM：把 8 GB 显存用到极限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小模型 + 重量化 = 可落地的视觉层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基线：4-bit NF4 量化加载 Qwen3.5-4B/9B、Gemma-4-E4B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进一步减显存：KV-cache 量化（q4_0 / q8_0 / q4_k_m）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当前本地测试：Gemma-4-E4B 输出最稳定，3/3 帧可解析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Qwen 系列速度更快，但需要更强的「只输出 JSON」系统提示约束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未来：离线标注 → QLoRA 微调 → 给云端 API 提供视觉上下文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07 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离线回放无需浏览器即可快速验证 decider 改动，5 款游戏 rule/hierarchical 跑通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00332/00382 等 tap-only 游戏与 rule engine 策略一致，joystick 游戏仍有优化空间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Qwen API 成功触发 L2 规划与 rule update，但单步延迟约 3.7s，在线需异步化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memory / multi-bus 模式可接入同一离线回放框架，下一步批量对比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已采集 SSD_00461P01 的 VLM 训练样本，可直接接入 QLoRA 微调管线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08 训练数据管线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trajectory_converter 离线生成 7 任务样本：next_probe_action、information_gain_judgment 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已累积 27,693 条合并样本（去重后），覆盖 22 个游戏、rule / multi-bus-memory / multi-bus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09 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接下来要攻的几件事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把离线回放扩展到 multi-bus / multi-bus-memory，量化 Agent 通信与记忆的真实收益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在更多游戏上跑 Qwen L2，测试规则更新对 composite 的泛化提升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让本地 VLM 常驻，验证 L1 战术修正对 joystick 游戏的收益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 5090 服务器上跑 QLoRA 微调，把 VLM 变成专用画面理解器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完善 Critic → MemoryCurator 的闭环：规则更新提议需经评估再落地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