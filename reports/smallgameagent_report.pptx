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-914400"/>
            <a:ext cx="5486400" cy="9144000"/>
          </a:xfrm>
          <a:prstGeom prst="rect">
            <a:avLst/>
          </a:prstGeom>
          <a:solidFill>
            <a:srgbClr val="0096C7">
              <a:lumMod val="75000"/>
              <a:lumOff val="25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822960"/>
            <a:ext cx="1828800" cy="182880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2011680"/>
            <a:ext cx="1005840" cy="1005840"/>
          </a:xfrm>
          <a:prstGeom prst="ellipse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-457200" y="5212080"/>
            <a:ext cx="13258800" cy="19202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-457200" y="5577840"/>
            <a:ext cx="13258800" cy="1554480"/>
          </a:xfrm>
          <a:prstGeom prst="roundRect">
            <a:avLst/>
          </a:prstGeom>
          <a:solidFill>
            <a:srgbClr val="007AA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5074920"/>
            <a:ext cx="3959352" cy="54864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97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分层多 Agent · 在线规则进化 · 批量数据管线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为什么这件事值得做？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小游戏可玩广告自动化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每天有大量 playable ad 需要测试和调优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手动玩、手动评效率低，难以规模化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不同游戏后端差异大，'一刀切'策略走不通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我们的解法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把'快执行'和'慢思考'拆开：规则负责毫秒级动作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云端大模型负责长程规划和规则进化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本地小 VLM 作为'眼睛'，给云端提供画面证据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532120" y="2148840"/>
            <a:ext cx="1371600" cy="640080"/>
          </a:xfrm>
          <a:prstGeom prst="rightArrow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17373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目标：让 Agent 能像人一样理解游戏画面、记住有效策略、在卡住时自我调整</a:t>
            </a:r>
          </a:p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同时保持每步接近零延迟，不拖累 playable ad 的实时交互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项目速览：我们做到了什么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款游戏已可驱动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7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463040"/>
            <a:ext cx="3383280" cy="10972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96C7"/>
                </a:solidFill>
                <a:latin typeface="Microsoft YaHei"/>
              </a:defRPr>
            </a:pPr>
            <a:r>
              <a:t>15,083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条 VLM 训练样本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463040"/>
            <a:ext cx="3383280" cy="109728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8A745"/>
                </a:solidFill>
                <a:latin typeface="Microsoft YaHei"/>
              </a:defRPr>
            </a:pPr>
            <a:r>
              <a:t>0.251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rule 基线 mean composite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4328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0604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6040" y="3611880"/>
            <a:ext cx="3383280" cy="109728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604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家云端 provider 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61188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层架构（L0/L1/L2）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23560"/>
            <a:ext cx="1060704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核心思路：用规则打底保证零延迟，云端 API 和本地 VLM 只在必要时出手修正。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我们在解决什么问题？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空间一致性：场景随进度变化，云端模型容易记错障碍物位置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时间一致性：后续策略可能反过来改前面的行为含义，导致推进失败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策略短视：有钱就升级，而不是攒够再升级，来回跑很多冤枉步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三层架构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15000" y="251460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15000" y="406908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1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云端多 Provider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/ OpenCodeGo 文本+多模态；Qwen 文本可用；DeepSeek 余额不足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规则在线更新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2" y="1490472"/>
            <a:ext cx="5760720" cy="48920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规则更新怎么触发？阈值 + 两层安全门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触发条件（满足任一即上报）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 N 步低于阈值（默认 0.15）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停滞计数超过阈值（默认 5 步）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 与 L2 决策连续 K 步冲突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世界模型检测到空间/时间一致性违例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L1 本地 VLM 的作用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 N 步或卡住时看截图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输出「场景类型 / 关键目标 / 障碍 / UI」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把视觉上下文拼进 L2 prompt，辅助判断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不直接改规则，只提供改规则的证据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913632"/>
            <a:ext cx="1124712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886200"/>
            <a:ext cx="1124712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5935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更新决策流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389120"/>
            <a:ext cx="110276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触发器收集信号 → ② L1 补充视觉证据 → ③ L2 输出结构化 JSON（update_type / target / payload / confidence）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Applier 安全门：allowlist + 置信度 ≥ 0.9 + patch ≤ 2000 字符 + search 唯一匹配 + 自动备份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⑤ 通过则写入 runtime_rules.json；未通过进待审队列，由人工或更高阈值模型二次确认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⑥ RuleEngine 下一步读取新参数，行为立即改变；重启后配置仍然有效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" y="3977639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9.08s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94360" y="5440680"/>
            <a:ext cx="1106424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意义：云端模型不仅能改内存参数，还能持久化地调整规则引擎的「旋钮」，且 qwen/kimi/xiaomi/opencodego 四家都能正确生成可应用的 JSON patch。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触发器改进：不再一刀切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旧问题：绝对阈值 0.15 在低基线游戏上几乎每 5 步就触发，L2 调用泛滥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相对下降触发：记录本 run 峰值，下降超过 25% 才触发，避免过度敏感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硬上限：单 run 最多更新 3 次，防止「越更新越差、越差越更新」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cooldown 从 5 步提高到 8 步，给每次更新更长的观察窗口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单元测试验证：peak 0.30 → 0.20 触发（drop 22.2%），max=2 后不再触发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Watchdog 回滚：不止看分数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旧版只比较 composite 平均值，小幅参数调整带来的 stall 增加被忽略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新版三层安全网：composite 下降 / activity 下降 ≥ 0.15 / stall 增加 ≥ 2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过程指标（stall/activity）恶化往往早于结果指标，提前回滚减少无效步数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实验验证：stall 从 0 升到 3 时即使 composite 不变也触发回滚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意义：L2 可以大胆试错，watchdog 负责兜底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Agent 通信与记忆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035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419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676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32588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91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本地 VLM：把 8 GB 显存用到极限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本地 VLM：8 GB 显存上的画面理解层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当前能跑通什么？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4-bit 量化加载 Qwen3.5-4B/9B、Gemma-4-E4B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KV-cache 量化进一步压低显存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RTX 5060 8GB 上 Qwen3.5-4B 约 7s/帧，Gemma-4-E4B 约 7.8s/帧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 视觉摘要比 Qwen3.5-4B 更稳定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视觉上下文有没有用？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Qwen3.5-4B：text-only 5/9，with-visual 3/9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Gemma-4-E4B：text-only 3/9，with-visual 5/9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说明模型选对很重要，视觉摘要能帮云端纠偏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下一步：QLoRA 微调，输出结构化视觉上下文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247120" cy="1645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结论：本地 VLM 可以跑，但默认模型还不足以稳定提升云端策略质量。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方向：用 15,083 条 processed-runs 样本做 QLoRA 微调，让模型学会输出「箭头方向 + 关键目标 + 障碍物」的结构化上下文。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部署：微调后通过 llama.cpp server 常驻，L1 每 N 步或卡住时提供视觉证据。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实验结果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关键发现：什么有效，什么还需打磨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3258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rule 在 6 游戏 representative subset 上 mean composite=0.251，仍是当前最稳短程基线。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031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multi-bus-memory 在 tap-only 游戏上接近 rule（0.296 vs 0.300），记忆读回对无 joystick 场景有价值。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8036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L2 code-file 更新在 qwen/kimi/xiaomi/opencodego 均成功，云端模型确实能改持久化规则旋钮。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5760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已修复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65760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00483 multi-bus activity=0：根因是 strategy_memory 在线自强化，session 隔离后 multi-bus-memory 0.200、activity 0.333。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4348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 在需要 joystick 的 A 组明显弱于 rule（mean 0.110），需要更强的 driver/Verifier 循环。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212080"/>
            <a:ext cx="1188720" cy="384048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📌 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2120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把云端放在 L2 做规划与规则更新，L0 规则负责执行，L1 VLM 只做视觉证据。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Representative Subset：6 游戏在线跑测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32588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SSD_00461P01 塔防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SSD_00483P01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0.200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SSD_00522P02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SSD_00382P01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0.288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SSD_00594P02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SSD_00742P01 加油小镇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" y="5806440"/>
            <a:ext cx="1124712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15 runs 全部成功。rule mean composite=0.251 仍是最稳基线；multi-bus-memory 在 tap-only 游戏接近 rule（0.296 vs 0.300）。session 隔离让 00483 从 activity=0 恢复到 0.333。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29/37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训练数据管线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30/37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31/37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游戏覆盖矩阵：22 款游戏已可驱动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645920" cy="41148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A 类 joystick · 7 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00440 / 00461 / 00483 / 00496 / 00517 / 00522 / 00736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749039"/>
            <a:ext cx="1645920" cy="41148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B 类 tap-only · 15 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00219 / 00332 / 00342 / 00382 / 00394 / 00427 / 00434 / 00475 / 00482 / 00526 / 00532 / 00594 / 00669 / 00733 / 00742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32/37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路线图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33/37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技术路线图：从能跑到好用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972800" cy="73152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规则引擎 + 自动校准</a:t>
            </a:r>
            <a:br/>
            <a:r>
              <a:t>22 游戏可驱动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multi-bus-memory</a:t>
            </a:r>
            <a:br/>
            <a:r>
              <a:t>记忆读回 0.300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code-file 更新</a:t>
            </a:r>
            <a:br/>
            <a:r>
              <a:t>qwen/kimi/xiaomi/opencodego 验证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3063240"/>
            <a:ext cx="320040" cy="32004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进行中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 VLM 上下文</a:t>
            </a:r>
            <a:br/>
            <a:r>
              <a:t>QLoRA 微调准备</a:t>
            </a:r>
          </a:p>
        </p:txBody>
      </p:sp>
      <p:sp>
        <p:nvSpPr>
          <p:cNvPr id="19" name="Oval 18"/>
          <p:cNvSpPr/>
          <p:nvPr/>
        </p:nvSpPr>
        <p:spPr>
          <a:xfrm>
            <a:off x="9966960" y="3063240"/>
            <a:ext cx="320040" cy="32004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96C7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真实游戏在线触发</a:t>
            </a:r>
            <a:br/>
            <a:r>
              <a:t>规则更新 + A/B 回归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972800" cy="8229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核心原则：把贵且慢的云端调用摊到多步，本地 VLM 只提供「证据」，规则引擎负责零延迟执行。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34/37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35/37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下一步：把实验变成稳定系统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在真实游戏运行中触发 code-file 更新，验证动态 stall/composite 下 L2 的决策质量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 runtime_rules.json 的 schema 写进 L2 prompt，约束可改字段与取值范围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让本地 VLM 常驻，验证 L1 战术修正对 joystick 游戏的实际收益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 5090 服务器跑 QLoRA 微调，把本地 VLM 训练成专用画面理解器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把离线回放接入 CI：每次规则改动自动跑 5 游戏回归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探索 Agent 间更严格的仲裁：Critic 对 L0/L2 冲突做最终决策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 redesign strategy_memory 的 success 信号：结合位置变化、guide 触发、stall 减少</a:t>
            </a:r>
          </a:p>
        </p:txBody>
      </p:sp>
      <p:sp>
        <p:nvSpPr>
          <p:cNvPr id="7" name="Oval 6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36/37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9144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716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8288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37/37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