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-914400"/>
            <a:ext cx="5486400" cy="9144000"/>
          </a:xfrm>
          <a:prstGeom prst="rect">
            <a:avLst/>
          </a:prstGeom>
          <a:solidFill>
            <a:srgbClr val="0096C7">
              <a:lumMod val="75000"/>
              <a:lumOff val="2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822960"/>
            <a:ext cx="1828800" cy="182880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2011680"/>
            <a:ext cx="1005840" cy="1005840"/>
          </a:xfrm>
          <a:prstGeom prst="ellipse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-457200" y="5212080"/>
            <a:ext cx="13258800" cy="19202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-457200" y="5577840"/>
            <a:ext cx="13258800" cy="155448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507492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在线规则进化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为什么这件事值得做？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小游戏可玩广告自动化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每天有大量 playable ad 需要测试和调优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手动玩、手动评效率低，难以规模化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不同游戏后端差异大，'一刀切'策略走不通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我们的解法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把'快执行'和'慢思考'拆开：规则负责毫秒级动作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云端大模型负责长程规划和规则进化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本地小 VLM 作为'眼睛'，给云端提供画面证据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32120" y="2148840"/>
            <a:ext cx="1371600" cy="640080"/>
          </a:xfrm>
          <a:prstGeom prst="rightArrow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17373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目标：让 Agent 能像人一样理解游戏画面、记住有效策略、在卡住时自我调整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同时保持每步接近零延迟，不拖累 playable ad 的实时交互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项目速览：我们做到了什么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款游戏已可驱动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7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463040"/>
            <a:ext cx="3383280" cy="10972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96C7"/>
                </a:solidFill>
                <a:latin typeface="Microsoft YaHei"/>
              </a:defRPr>
            </a:pPr>
            <a:r>
              <a:t>15,083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条 VLM 训练样本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3383280" cy="109728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A745"/>
                </a:solidFill>
                <a:latin typeface="Microsoft YaHei"/>
              </a:defRPr>
            </a:pPr>
            <a:r>
              <a:t>0.251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rule 基线 mean composite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4328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0604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6040" y="3611880"/>
            <a:ext cx="3383280" cy="109728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604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家云端 provider 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61188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层架构（L0/L1/L2）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23560"/>
            <a:ext cx="1060704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核心思路：用规则打底保证零延迟，云端 API 和本地 VLM 只在必要时出手修正。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空间一致性：场景随进度变化，云端模型容易记错障碍物位置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策略短视：有钱就升级，而不是攒够再升级，来回跑很多冤枉步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1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2" y="1490472"/>
            <a:ext cx="5760720" cy="48920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913632"/>
            <a:ext cx="1124712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意义：云端模型不仅能改内存参数，还能持久化地调整规则引擎的「旋钮」，且 qwen/kimi/xiaomi/opencodego 四家都能正确生成可应用的 JSON patch。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规则在线更新闭环：从触发到回滚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377440" cy="91440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L0 Rule Engine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零延迟执行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463040"/>
            <a:ext cx="2377440" cy="914400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1363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Trigger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composite / stall / conflict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63040"/>
            <a:ext cx="2377440" cy="91440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L2 Cloud API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结构化 JSON 输出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3108960"/>
            <a:ext cx="237744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259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Applier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allowlist + confidence + backup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108960"/>
            <a:ext cx="2377440" cy="914400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Watchdog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baseline vs trial 对比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08960"/>
            <a:ext cx="2377440" cy="914400"/>
          </a:xfrm>
          <a:prstGeom prst="round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RuleParameters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内存 + runtime_rules.json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08960" y="1783080"/>
            <a:ext cx="731520" cy="320040"/>
          </a:xfrm>
          <a:prstGeom prst="righ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6217920" y="1783080"/>
            <a:ext cx="731520" cy="320040"/>
          </a:xfrm>
          <a:prstGeom prst="righ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138160" y="2377440"/>
            <a:ext cx="320040" cy="73152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eft Arrow 20"/>
          <p:cNvSpPr/>
          <p:nvPr/>
        </p:nvSpPr>
        <p:spPr>
          <a:xfrm>
            <a:off x="6217920" y="3429000"/>
            <a:ext cx="731520" cy="320040"/>
          </a:xfrm>
          <a:prstGeom prst="lef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eft Arrow 21"/>
          <p:cNvSpPr/>
          <p:nvPr/>
        </p:nvSpPr>
        <p:spPr>
          <a:xfrm>
            <a:off x="3108960" y="3429000"/>
            <a:ext cx="731520" cy="320040"/>
          </a:xfrm>
          <a:prstGeom prst="lef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783080" y="2377440"/>
            <a:ext cx="320040" cy="731520"/>
          </a:xfrm>
          <a:prstGeom prst="up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4572000"/>
            <a:ext cx="10698480" cy="14630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Trigger 监控 composite / stall / conflict，满足条件时上报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② L2 输出结构化 JSON（param / memory_entry / code_file），Applier 安全门过滤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③ Watchdog 对比更新前后 3 步表现，变差则自动 rollback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RuleParameters 同时被 L0 和 Trigger 读取，形成「执行 → 监控 → 更新 → 回滚」闭环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触发器改进：不再一刀切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旧问题：绝对阈值 0.15 在低基线游戏上几乎每 5 步就触发，L2 调用泛滥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相对下降触发：记录本 run 峰值，下降超过 25% 才触发，避免过度敏感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硬上限：单 run 最多更新 3 次，防止「越更新越差、越差越更新」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cooldown 从 5 步提高到 8 步，给每次更新更长的观察窗口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单元测试验证：peak 0.30 → 0.20 触发（drop 22.2%），max=2 后不再触发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Watchdog 回滚：不止看分数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旧版只比较 composite 平均值，小幅参数调整带来的 stall 增加被忽略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新版三层安全网：composite 下降 / activity 下降 ≥ 0.15 / stall 增加 ≥ 2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过程指标（stall/activity）恶化往往早于结果指标，提前回滚减少无效步数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实验验证：stall 从 0 升到 3 时即使 composite 不变也触发回滚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意义：L2 可以大胆试错，watchdog 负责兜底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419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rule 在 6 游戏 representative subset 上 mean composite=0.251，仍是当前最稳短程基线。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tap-only 游戏上接近 rule（0.296 vs 0.300），记忆读回对无 joystick 场景有价值。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已修复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00483 multi-bus activity=0：根因是 strategy_memory 在线自强化，session 隔离后 multi-bus-memory 0.200、activity 0.333。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 在需要 joystick 的 A 组明显弱于 rule（mean 0.110），需要更强的 driver/Verifier 循环。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全部成功。rule mean composite=0.251 仍是最稳基线；multi-bus-memory 在 tap-only 游戏接近 rule（0.296 vs 0.300）。session 隔离让 00483 从 activity=0 恢复到 0.333。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规划变体对比：长 horizon 收益最大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rule 基线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5544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0" y="1554480"/>
            <a:ext cx="3350768" cy="50292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288" y="16276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6C757D"/>
                </a:solidFill>
                <a:latin typeface="Microsoft YaHei"/>
              </a:defRPr>
            </a:pPr>
            <a:r>
              <a:t>0.194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beam_2step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28600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0" y="2286000"/>
            <a:ext cx="4387087" cy="50292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4607" y="235915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F4B400"/>
                </a:solidFill>
                <a:latin typeface="Microsoft YaHei"/>
              </a:defRPr>
            </a:pPr>
            <a:r>
              <a:t>0.254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9067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01752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301752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2736" y="309067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2219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hierarchical_short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74904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26080" y="374904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2736" y="382219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5371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448056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26080" y="4480560"/>
            <a:ext cx="514705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4576" y="455371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0.298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852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hierarchical_long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2120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5212080"/>
            <a:ext cx="6701536" cy="50292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9056" y="52852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Microsoft YaHei"/>
              </a:defRPr>
            </a:pPr>
            <a:r>
              <a:t>0.388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SSD_00461P01 · type_match rate · hierarchical_long（8 意图）比 rule 提升 +100%，比 beam search 提升 +53%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34/40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35/40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同学框架集成：统一实验标准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规划器桥接（planner-http-adapter）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harness_http provider ↔ 我们的 Chat Completions API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deepseek-v4-flash / mimo-v2.5 / kimi-k2.7 / qwen3.7-max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kimi few-shot 可产出 schema 合规 StrategySpec（7-48s）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fallback-first 模式：0ms 返回确定性策略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已解决的工程问题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WebGL：headful + xvfb + swiftshader 标志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probe 假阳性：download/ad 按钮不再误判通关（§5.2 移植）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objective unresolved：无 guide 时用 target_id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代理网络：NODE_USE_ENV_PROXY=1 走 clash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822192"/>
            <a:ext cx="11247120" cy="21945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794760"/>
            <a:ext cx="11247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794760"/>
            <a:ext cx="1124712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86791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运行结果与瓶颈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297680"/>
            <a:ext cx="110276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tiles-survive：可玩 3-4 步，joystick 校准被游戏特殊控制卡住（同学 Codex 用 1h17m 探索）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whiteout 商店：SETTLED_COMPLETE 假阳性已修复 → BLOCKED_UNKNOWN_MECHANIC（诚实信号）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瓶颈：模型 schema 遵循度（fallback 兜底）+ 每游戏控制知识 + WSL 软件渲染不稳定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25+25 游戏清单已筛选交付（指引箭头 + 通关画面 + 广告图标验证）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36/40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37/40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38/40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 redesign strategy_memory 的 success 信号：结合位置变化、guide 触发、stall 减少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39/40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40/40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