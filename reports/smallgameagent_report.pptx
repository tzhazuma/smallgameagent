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latin typeface="Microsoft YaHei"/>
              </a:defRPr>
            </a:pPr>
            <a:r>
              <a:t>smallgameagent 实验报告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Microsoft YaHei"/>
              </a:defRPr>
            </a:pPr>
            <a:r>
              <a:t>LLM/VLM + 规则驱动的小游戏 Agent</a:t>
            </a:r>
            <a:br/>
            <a:r>
              <a:t>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一页结论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最佳配置：multi-bus + StrategyMemory 读回 = composite 0.300（稳定多 seed）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记忆读回将 composite 从 0.150 翻倍到 0.300——世界模型违规从 3 降到 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22 个游戏自动分类：7 个 joystick 驱动（A 类）+ 15 个 tap-to-move（B 类）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8/15 B 类游戏 tap-only 驱动达 0.300——tap 目标屏幕坐标即有效交互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云端 API 和本地 VLM 在线闭环均不实用，定位：离线策略生成 + 数据标注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训练数据：24,496 条 7 任务样本（processed-runs 15,083 + 轨迹转换 9,413）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Agent 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L0 执行层：RuleEngine（tap-guide / tap-only），每步 ~0ms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消息总线 AgentBus：OBSERVE / PERCEIVE / DECIDE / VERIFY / CRITIC / MEMORY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6 角色流水线：Observer→StateMapper→DecisionAnalyst→Verifier→Critic→MemoryCurator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StrategyMemory：文件型策略记忆，按 (game_id, phase_id) 索引成功/失败记录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分层规划器 HierarchicalPlanner：L2 云端 API + L1 本地 VLM + L0 规则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10 种注册模式：rule / multi / multi-bus / multi-bus-memory / hierarchical / vlm-local 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记忆读回 A/B 验证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1257300"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memory_hits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wm_violations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主要决策来源</a:t>
                      </a:r>
                    </a:p>
                  </a:txBody>
                  <a:tcPr/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phase1_write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strategy_memory:23, rule_engine:7</a:t>
                      </a:r>
                    </a:p>
                  </a:txBody>
                  <a:tcPr/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phase2_read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strategy_memory:29, rule_engine:1</a:t>
                      </a:r>
                    </a:p>
                  </a:txBody>
                  <a:tcPr/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control_no_memory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rule_engine:30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全游戏 × 多模式批量矩阵（108 runs）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838200"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multi-bus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hierarchical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00440 清障通车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00483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00496 电网抓丧尸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00522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游戏类型自动分类（22 游戏）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A 类 joystick 驱动（7 个）：00440/00461/00483/00496/00517/00522/00736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校准成功，multi-bus/multi-bus-memory 稳定 0.300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B 类 tap-to-move（15 个）：00219/00332/00342/.../00742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joystick + Cocos Actor.move 均 0 位移，需 tap-only 驱动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8/15 B 类达 0.300（00382/00394/00475/00526/00532/00594/00669/00742）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tap-only：直接 tap guide 目标屏幕坐标，无需 joystick 校准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7/15 B 类 0.150：tap 有效但无移动，activity=0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自动校准脚本 auto_calibrate.py：4 方向脉冲 + warmup + retry + moveByCocosInput 回退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云端 API vs 本地 VLM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838200"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模态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struct 解析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2.2s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最快文本，但无法推断 tap 坐标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22-38s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视觉准确但太慢，适合离线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kimi-k2.6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8-10s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思考链截断，需更强输出契约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gemma-4-E4B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4.8s/帧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本地最佳，离线可用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16.9s/帧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边缘可用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关键修复（影响结论可信度）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probe 终止假阳性：cc.Button._transitionFinished（含 'finish'）被 WIN 正则误命中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_is_finished 改为佐证制：win 面板节点 / 胜利 analytics / 非 cc.* 强胜利标志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修复后 00482/00342 从 1 步假阳性（0.700）→ 25 步真实运行（0.150）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rubric 动作盲区：tap 全被当 stall → 修复后 tap 算有效交互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multi-bus 的 24 tap/30 步才得到 activity=1.0 的合理评价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generic fallback：22 个无 profile 游戏不再抛错，用未校准基线驱动+采集数据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write_profile 坐标系：设计分辨率（720x1560 左下）→ CSS 视口（375x812 顶左）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L2 输出契约修复（hierarchical）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问题：云端 API 的 macro-plan 是抽象文本，L0 无法执行 → hierarchical 全部 activity=0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修复：L2 输出可执行指令队列（tap/move 带坐标 + 设计→CSS 坐标转换）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验证：L2 队列架构正确（24/25 步来自 L2），但纯文本 API 无视觉 → 坐标全是幻觉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composite 反而更差（0.055 vs rule 0.114）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修正方向：L2 改为输出目标名称（'UnlockItem_1'），L0 用 probe screenPosition 自行映射坐标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→ L2 不需要视觉也能工作，L0 保留几何准确性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训练数据（24,496 条 7 任务样本）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58800"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任务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processed-runs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轨迹转换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next_probe_action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probe_action_effect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5,685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field_grounding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information_gain_judgment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3,054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6,094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pulse_response_grounding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1,435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1,594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progression_grounding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+3,165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5,810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failure_recovery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15,083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+9,413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24,496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后续工作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L2 契约 v2：云端 API 输出目标名称，L0 用 probe 映射坐标（已验证方向正确）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7 个 tap-only 0.150 游戏：用 VLM 视觉定位可交互元素，补充 probe 坐标精度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00496 类确定性游戏：记忆读回帮倒忙，加「rule 连续成功时跳过记忆」开关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ssh5090 QLoRA：24,496 条训练数据已就绪，等可访问后开训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批量实验自动化：CI/CD 中跑 exp_full_matrix.py，每次代码变更自动对比 composite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