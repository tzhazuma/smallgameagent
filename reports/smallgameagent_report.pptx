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0664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-457200"/>
            <a:ext cx="5943600" cy="77724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1097280"/>
            <a:ext cx="2011680" cy="2011680"/>
          </a:xfrm>
          <a:prstGeom prst="ellipse">
            <a:avLst/>
          </a:prstGeom>
          <a:solidFill>
            <a:srgbClr val="FF6B35">
              <a:lumMod val="85000"/>
              <a:lumOff val="1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-457200" y="5349240"/>
            <a:ext cx="13258800" cy="173736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-457200" y="5715000"/>
            <a:ext cx="13258800" cy="137160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516636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在线规则更新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