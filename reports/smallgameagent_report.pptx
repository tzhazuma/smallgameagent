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意义：云端模型不仅能改内存参数，还能持久化调整规则「旋钮」，qwen/kimi/xiaomi/opencodego 四家都能生成可应用 JSON patch。实测：low_composite/stall_streak 阈值触发 ✅，param 应用 ✅，code_file 未授权进 pending（安全机制）✅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规则在线更新闭环：从触发到回滚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377440" cy="91440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L0 Rule Engine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零延迟执行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463040"/>
            <a:ext cx="2377440" cy="914400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Trigger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composite / stall / conflict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63040"/>
            <a:ext cx="2377440" cy="91440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L2 Cloud API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结构化 JSON 输出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108960"/>
            <a:ext cx="237744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259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Applier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allowlist + confidence +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08960"/>
            <a:ext cx="2377440" cy="914400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Watchdog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baseline vs trial 对比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2377440" cy="914400"/>
          </a:xfrm>
          <a:prstGeom prst="round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RuleParameters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内存 + runtime_rules.json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0896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21792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138160" y="2377440"/>
            <a:ext cx="320040" cy="73152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621792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eft Arrow 21"/>
          <p:cNvSpPr/>
          <p:nvPr/>
        </p:nvSpPr>
        <p:spPr>
          <a:xfrm>
            <a:off x="310896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783080" y="2377440"/>
            <a:ext cx="320040" cy="731520"/>
          </a:xfrm>
          <a:prstGeom prst="up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14630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Trigger 监控 composite / stall / conflict，满足条件时上报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② L2 输出结构化 JSON（param / memory_entry / code_file），Applier 安全门过滤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③ Watchdog 对比更新前后 3 步表现，变差则自动 rollback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RuleParameters 同时被 L0 和 Trigger 读取，形成「执行 → 监控 → 更新 → 回滚」闭环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规划变体对比：长 horizon 收益最大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rule 基线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5544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1554480"/>
            <a:ext cx="3350768" cy="50292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288" y="16276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C757D"/>
                </a:solidFill>
                <a:latin typeface="Microsoft YaHei"/>
              </a:defRPr>
            </a:pPr>
            <a:r>
              <a:t>0.194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beam_2step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2286000"/>
            <a:ext cx="4387087" cy="50292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4607" y="235915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F4B400"/>
                </a:solidFill>
                <a:latin typeface="Microsoft YaHei"/>
              </a:defRPr>
            </a:pPr>
            <a:r>
              <a:t>0.254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01752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2736" y="309067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hierarchical_short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74904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26080" y="374904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2736" y="382219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5371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8056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480560"/>
            <a:ext cx="514705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4576" y="455371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0.298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852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hierarchical_long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2120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5212080"/>
            <a:ext cx="6701536" cy="50292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9056" y="52852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Microsoft YaHei"/>
              </a:defRPr>
            </a:pPr>
            <a:r>
              <a:t>0.388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SSD_00461P01 · type_match rate · hierarchical_long（8 意图）比 rule 提升 +100%，比 beam search 提升 +53%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同学框架集成：统一实验标准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规划器桥接（planner-http-adapter）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harness_http provider ↔ 我们的 Chat Completions API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deepseek-v4-flash / mimo-v2.5 / kimi-k2.7 / qwen3.7-max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kimi few-shot 可产出 schema 合规 StrategySpec（7-48s）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fallback-first 模式：0ms 返回确定性策略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已解决的工程问题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WebGL：headful + xvfb + swiftshader 标志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probe 假阳性：download/ad 按钮不再误判通关（§5.2 移植）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objective unresolved：无 guide 时用 target_id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代理网络：NODE_USE_ENV_PROXY=1 走 clash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822192"/>
            <a:ext cx="11247120" cy="21945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794760"/>
            <a:ext cx="11247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94760"/>
            <a:ext cx="1124712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86791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运行结果与瓶颈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297680"/>
            <a:ext cx="110276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tiles-survive：可玩 3-4 步，joystick 校准被游戏特殊控制卡住（同学 Codex 用 1h17m 探索）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whiteout 商店：SETTLED_COMPLETE 假阳性已修复 → BLOCKED_UNKNOWN_MECHANIC（诚实信号）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瓶颈：模型 schema 遵循度（fallback 兜底）+ 每游戏控制知识 + WSL 软件渲染不稳定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25+25 游戏清单已筛选交付（指引箭头 + 通关画面 + 广告图标验证）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Windows Edge 真 GPU 渲染：批量实验打通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为什么必须换渲染环境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Cocos 3.8.5 游戏（kingshot/whiteout）要求完整 WebGL2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软渲染 / D3D12 / Vulkan 直通均缺扩展 → Error 16405 白屏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Windows Edge headless + D3D11 真 GPU：WebGL2 完整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连接 Edge CDP（--remote-debugging-port=9222 --mute-audio）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工程改动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harness 支持 PLAYABLE_BROWSER_CDP 连接外部浏览器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startup_timeout_ms 提到 45s（Unity/Cocos 加载 10-15s 出 canvas）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声音关闭：Edge --mute-audio + harness mute() 双保险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adapter(9100) ↔ Windows harness 双向可达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6118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10336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引擎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terminal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steps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gameplay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plans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actions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tiles-survive-5ec610abcdff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kingshot-c378f843e877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kingshot-94766e5d61dc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BUDGET_EXHAUSTED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whiteout-survival-87790941fd83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whiteout-survival-86420cdd2bbb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RUNTIME_FAULT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whiteout-survival-12ababda99c7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kingshot-9423402859e9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whiteout-survival-b64a7594f0c2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kingshot-2653755ff3a0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kingshot-0042aa74feb8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whiteout-survival-b47a4f071e9c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kingshot-6dd565baa02d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kingshot-33efef78d709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kingshot-f9a4fa1b6227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kingshot-830518bfdad4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whiteout-survival-c47908da8b11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kingshot-80b82b11529c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kingshot-14271ce32d49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kingshot-e16d5e5e7cce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whiteout-survival-fa4439bf53cb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kingshot-ce59e2a9a7a3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RUNTIME_FAULT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10338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kingshot-29345f023e9e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BLOCKED_UNSAFE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989320"/>
            <a:ext cx="1124712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50 游戏清单全部跑完（48 run）：30 个有 gameplay（62.5%），平均 8.4gp/13.4a；最佳 kingshot-830518bfdad4：19gp/21a。mimo-v2.5 大策略经 normalizer 通过 harness 严格契约（planner_rejected=0）。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L1 画面理解层：VLM /observe 适配器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实现（src/inference/vlm_observe_adapter.py）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FastAPI 服务监听 8765，实现 harness /observe 协议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后端可切换：kimi-k2.6（云端视觉）/ qwen / opencodego / 本地 VLM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kimi 修复：只允许 temperature=1；输出剥离 prose 提取纯 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延迟 8-17s/次（kimi 视觉 + reasoning）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VLM 参与前后对比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14 游戏对照：5 提升 / 2 持平 / 6 下降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大幅提升：12ab 10→228、8779 5→18、94766 7→19（+171%+）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规律：画面信息关键的策略大幅提升；文本驱动游戏 VLM 延迟拖累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落地：VlmCallPolicy 自适应开关（进展跳 VLM/卡住触发/任务分级）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QLoRA 微调完成：886 步，train_loss 1.99 / eval_loss 1.51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微调 VLM 部署 5090 GPU1（4bit + adapter, /describe 画面理解验证通过）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11880"/>
            <a:ext cx="11247120" cy="5486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L1 层就绪：本地 Qwen3.5-4B（QLoRA 微调后）可切换为低延迟本地后端，构成「本地画面理解 → 云端长程规划」三层协同。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38/42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39/42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40/42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41/42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42/42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