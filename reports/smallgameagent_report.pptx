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核心结论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最佳配置仍是 multi-bus + StrategyMemory 读回，稳定达到 composite 0.300（多 seed 一致）。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记忆读回把 composite 从 0.150 提升到 0.300，关键在于世界模型违规从 3 降到 0。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22 个游戏已自动分类：7 个 joystick 驱动 + 15 个 tap-to-move；8/15 的 B 类游戏用 tap-only 驱动即可达 0.300。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云端 API 适合做长程规划与规则更新，但必须在 L2 输出目标名称而非坐标；本地 VLM 更适合离线视觉标注。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多 Provider API 已统一接入：OpenCodeGo、Kimi、DeepSeek、MiMo（xiaomi）、Qwen 均可通过环境变量切换。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训练数据已达 23,596 条 7 任务样本，为后续 QLoRA 微调做好了准备。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全游戏 × 多模式批量矩阵（节选）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joystick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00483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joystick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00496 电网抓丧尸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joystick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0.275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00522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joystick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tap-only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00594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tap-only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00742 加油小镇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tap-only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记忆读回 A/B 验证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12801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activity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memory_hits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wm_violations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主要决策来源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phase1_write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strategy_memory:23, rule_engine:7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phase2_read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strategy_memory:29, rule_engine:1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control_no_memory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rule_engine:30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 API vs 本地 VLM 基准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struct 解析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结论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~2.2 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最快文本模型，适合长程规划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视觉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~18 s/帧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视觉准确但慢，适合离线标注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视觉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0/3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~4 s/帧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思考链截断，需更强输出契约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gemma-4-E4B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本地视觉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~5 s/帧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本地最佳，8GB 显存可跑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Qwen3.5-4B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本地视觉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0/3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~12 s/帧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量化后可用，准确率待提升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规则在线更新：触发 → 决策 → 应用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触发：composite 连续低迷、stall 超过阈值、世界模型 stale、L0/L2 决策冲突。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VLM：看截图生成结构化视觉上下文，告诉云端 API 当前画面里有哪些可交互元素。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API：输出结构化规则更新（参数 / phase contract / memory entry / 可选代码片段）。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应用：保守方案只改内存参数和 strategy memory；代码级更新需 diff + pytest + 短轨迹验证 + 自动回滚。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效果预期：把「拿到钱就升级」的短视行为，改成「攒够钱批量升级」的长程最优策略。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多 Provider 云端 API 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新增 MultiProviderClient，统一接入 OpenCodeGo / Kimi / DeepSeek / MiMo（xiaomi）/ Qwen。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key 统一存放在 .env，已加入 .gitignore，绝不会被提交。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通过 CLOUD_PROVIDER 环境变量即可切换 provider；模型名随 provider 自动默认。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 参数，避免 400 错误。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保持 OpenCodeGoClient 兼容，现有调用无需修改。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关键修复：让评测结果更可信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probe 终止假阳性：cc.Button._transitionFinished 被 WIN 正则误命中 → 改为佐证制完成判定。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失败面板处理：minify 后组件名变单字母，改按节点名匹配 retry/continue，避开 download 广告陷阱。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rubric 动作盲区：tap 不再被计为 stall，multi-bus 的 activity=1.0 才真实可信。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generic fallback：22 个无 profile 游戏不再抛错，用未校准基线驱动并采集数据。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输出契约：从抽象文本改为可执行指令队列，验证架构正确。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训练数据规模（7 任务格式）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任务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processed-runs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轨迹转换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总计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next_probe_action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probe_action_effect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+3,040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5,685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field_grounding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information_gain_judgment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3,054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+3,040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6,094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pulse_response_grounding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1,435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+159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1,594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progression_grounding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+3,165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5,810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failure_recovery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总计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15,083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+9,413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23,596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跑通本地 4-bit VLM 离线标注管线：qwen3.5-4b / gemma4-e4b，记录延迟与准确率。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00461 / 00736 等代表游戏上验证规则在线更新（方案 A）能否降低 stall、提升 composite。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 L2 输出从「坐标」改为「目标名称」，让 L0 用 probe screenPosition 自行映射。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扩充 failure_recovery 训练样本，解决当前仅 23 条的短板。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ssh5090 可访问后，用 23,596 条样本启动 QLoRA 训练。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