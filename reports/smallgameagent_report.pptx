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5029200"/>
            <a:ext cx="3959352" cy="4572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smallgameagent 实验进展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3F6F9"/>
                </a:solidFill>
                <a:latin typeface="Microsoft YaHei"/>
              </a:defRPr>
            </a:pPr>
            <a:r>
              <a:t>LLM/VLM + 规则驱动的小游戏 Agent</a:t>
            </a:r>
            <a:br/>
            <a:r>
              <a:t>多 Provider、在线规则更新与批量数据管线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smallgameagent 项目组 · 分层多 Agent + 在线规则更新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今天聊什么？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小游戏 Agent 到底卡在哪几个地方？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我们的思路：把快执行和慢思考拆开，做三层架构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怎么接入多家云模型，又怎么在本地跑小 VLM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规则不是死的：云端模型如何在线更新底层规则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Agent 之间怎么通信、怎么记东西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最近实验跑出了什么结果，数据怎么准备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下一步还想试什么？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2/28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01 我们在解决什么问题？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3/28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小游戏可玩广告，自动化并不 trivial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空间一致性：场景会随着进度变化，云端模型容易记错障碍物位置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时间一致性：后面的策略可能反过来改前面的行为含义，导致推进失败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策略短视：有钱就升级，而不是攒够再升级，来回跑很多步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运行效率：不同游戏后端数据差异大，探针和日志不能一刀切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API 延迟：纯云端决策太慢，实时控制扛不住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4/28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02 三层架构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5/28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三层架构：规则打底，云端/本地 VLM 做上层更新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1280160"/>
            <a:ext cx="5760720" cy="123444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83280" y="138988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L2 战略层 · 云端多模态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kimi-k2.7-code / mimo-v2.5 / DeepSeek / Qwen</a:t>
            </a:r>
            <a:br/>
            <a:r>
              <a:t>长程规划 + 规则更新触发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2834640"/>
            <a:ext cx="5760720" cy="12344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294436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L1 战术层 · 本地小 VLM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33756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qwen3.5-4b / gemma4-e4b（4-bit + KV-cache）</a:t>
            </a:r>
            <a:br/>
            <a:r>
              <a:t>离线标注 + 视觉上下文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4389120"/>
            <a:ext cx="5760720" cy="123444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449884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L0 执行层 · 规则引擎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89204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tap-guide / tap-only / 障碍学习</a:t>
            </a:r>
            <a:br/>
            <a:r>
              <a:t>零延迟执行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37160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C75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371600"/>
            <a:ext cx="2468880" cy="41148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连续低于阈值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超过 5 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L0/L2 决策冲突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 stale 命中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137160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26880" y="1371600"/>
            <a:ext cx="246888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3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更新产物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7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参数更新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phase contract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 memory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（可选）代码片段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0" y="5806440"/>
            <a:ext cx="7589520" cy="502920"/>
          </a:xfrm>
          <a:prstGeom prst="roundRect">
            <a:avLst/>
          </a:prstGeom>
          <a:solidFill>
            <a:srgbClr val="1E29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5870448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AgentBus · Observer → StateMapper → DecisionAnalyst → Verifier → Critic → MemoryCurator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6/28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慢思考 + 快执行，各司其职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L0 规则引擎：每步几乎不花时间，负责 move / tap 的零延迟执行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L1 本地 VLM：看截图判断当前状态，每 N 步或卡住时做战术修正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云端 API：看 probe state 做长程规划和规则更新，每 M 步或阶段切换触发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核心思路：把贵且慢的调用摊到多步，单步延迟压到接近 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7/28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03 云端多 Provider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8/28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云端多 Provider 实测状态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534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文本模型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视觉模型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kimi-k2.7-code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kimi-k2.6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 (xiaomi)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文本 ✅ / 视觉 ⚠️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❌ 余额不足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❌ 余额不足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9/28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一个客户端，切换多家云模型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统一接入 OpenCodeGo / MiMo、Kimi、DeepSeek、Xiaomi、Qwen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.env 集中管理 key 与 base_url，provider 用 CLOUD_PROVIDER 环境变量切换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支持 KIMI_TEXT_MODEL / KIMI_VISION_MODEL 等覆盖默认模型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当前实测可用：Kimi / Xiaomi 文本+多模态；Qwen 文本可用；OpenCodeGo / DeepSeek 余额不足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Kimi 系列自动省略 temperature，避免代理返回 400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10/28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04 规则在线更新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11/28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规则在线更新：L2 的参数能真正改变 L0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3657600" cy="128016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L2 云端 API</a:t>
            </a:r>
            <a:br/>
            <a:r>
              <a:t>检测触发条件，输出 param 更新</a:t>
            </a:r>
          </a:p>
        </p:txBody>
      </p:sp>
      <p:sp>
        <p:nvSpPr>
          <p:cNvPr id="5" name="Down Arrow 4"/>
          <p:cNvSpPr/>
          <p:nvPr/>
        </p:nvSpPr>
        <p:spPr>
          <a:xfrm>
            <a:off x="2377440" y="283464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3566160"/>
            <a:ext cx="3657600" cy="91440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共享 RuleParameters</a:t>
            </a:r>
            <a:br/>
            <a:r>
              <a:t>coin_save_buffer / stuck_escape_threshold / ...</a:t>
            </a:r>
          </a:p>
        </p:txBody>
      </p:sp>
      <p:sp>
        <p:nvSpPr>
          <p:cNvPr id="7" name="Down Arrow 6"/>
          <p:cNvSpPr/>
          <p:nvPr/>
        </p:nvSpPr>
        <p:spPr>
          <a:xfrm>
            <a:off x="2377440" y="452628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5257800"/>
            <a:ext cx="3657600" cy="109728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L0 规则引擎</a:t>
            </a:r>
            <a:br/>
            <a:r>
              <a:t>每步读取参数，执行 move / tap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463040"/>
            <a:ext cx="5760720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0" y="1463040"/>
            <a:ext cx="576072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16752" y="1536192"/>
            <a:ext cx="5614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本次修复的关键点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1965960"/>
            <a:ext cx="5541264" cy="429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之前 L2 的 param 更新只停留在 HierarchicalPlanner 内部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RuleEngine 用硬编码默认值，导致更新无效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现在 HybridAgent 创建共享 RuleParameters，同时注入 L2 和 L0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更新 → 共享参数 → L0 即时生效，形成完整闭环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12/28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代码文件级更新：L2 直接调引擎旋钮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48640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安全门设计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白名单：只能改 configs/runtime_rules.json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置信度 ≥ 0.9，patch ≤ 2000 字符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search 块必须唯一匹配，否则进待审队列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修改前自动备份，保留最近 3 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48640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135331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离线实验结果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178308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游戏：SSD_00461P01，回放 30 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mock L2 以 0.95 置信度触发更新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stuck_escape_threshold 5 → 3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第 6 步起规则引擎读取到新阈值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实验结束后配置文件自动恢复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88620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延迟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7.83s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kimi-k2.7-code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3.32s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xiaomi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6.18s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7200" y="5486400"/>
            <a:ext cx="11247120" cy="5486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意义：云端模型不仅能改内存参数，还能持久化地调整规则引擎的「旋钮」，且 qwen/kimi/xiaomi 三家都能正确生成可应用的 JSON patch。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13/28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规则不是写死的，触发后才让上层改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触发器监控：composite 持续低迷 / stall 计数 / L0-L2 决策冲突 / 世界模型 stale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输出结构化 JSON：param、memory_entry、phase_contract、code_file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默认只修改内存参数与 strategy memory，零风险、即时生效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代码文件改写需 allowlist + 置信度 ≥ 0.9 + 自动备份，没通过就进待审队列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目标：把「有钱就升级」的短视行为改成「攒够再升级」的长程策略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14/28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05 Agent 通信与记忆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15/28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Agent 通信与记忆：从单兵到协作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365760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36576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35331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记忆三层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8308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Episodic：逐步 state / action / reward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Semantic：游戏类型、目标语义向量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Procedural：成功策略、失败模式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65760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280160"/>
            <a:ext cx="36576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0832" y="135331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AgentBus 消息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78308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OBSERVATION / STATE_UPDATE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DECISION_PROPOSAL / CRITIQUE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RULE_UPDATE / MEMORY_WRITE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280160"/>
            <a:ext cx="365760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280160"/>
            <a:ext cx="36576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35331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协作流程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178308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Observer 采集 probe 状态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DecisionAnalyst 生成候选动作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Critic 评估一致性风险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MemoryCurator 归档有用模式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657600"/>
            <a:ext cx="11430000" cy="10058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核心思路：不要把所有决策压给一个模型。让云端 API 做长程规划，本地 VLM 做画面理解，规则引擎做零延迟执行，记忆层负责跨 episode 复用。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16/28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通信与记忆的设计取舍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记忆读回的优势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00461 multi-bus-memory 0.106 → 0.300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00736 multi-bus-memory 0.269 → 0.300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跨 episode 复用成功模式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减少重复探索带来的 stall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48640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135331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仍需解决的问题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178308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00483 / 00517 multi-bus activity=0：driver 不匹配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strategy_memory 需要预热，冷启动时可能反噬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多 Agent 冲突时需要更严格的仲裁机制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17/28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06 本地 VLM：把 8 GB 显存用到极限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18/28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小模型 + 重量化 = 可落地的视觉层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基线：4-bit NF4 量化加载 Qwen3.5-4B/9B、Gemma-4-E4B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进一步减显存：KV-cache 量化（q4_0 / q8_0 / q4_k_m）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当前本地测试：Gemma-4-E4B 输出最稳定，3/3 帧可解析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Qwen 系列速度更快，但需要更强的「只输出 JSON」系统提示约束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未来：离线标注 → QLoRA 微调 → 给云端 API 提供视觉上下文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19/28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07 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20/28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离线回放：rule 基线 vs 在线规则更新（5 款游戏）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534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composite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hierarchical(mock)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updates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00461 塔防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00219 养牛卖奶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00332 圣诞薅羊毛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00342 建造合并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35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00382 低坑杀鲨鱼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21/28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Qwen L2 真实云端：SSD_00461P01（29 步）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8534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type_match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10/29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action_match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7/29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composite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mean_latency_ms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3728.6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rule_update_count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22/28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关键发现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离线回放不用开浏览器，就能快速验证 decider 改动，5 款游戏 rule/hierarchical 跑通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00332/00382 等 tap-only 游戏与 rule engine 策略一致，joystick 游戏仍有优化空间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Qwen API 成功触发 L2 规划与 rule update，但单步延迟约 3.7s，在线需异步化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memory / multi-bus 模式可接入同一离线回放框架，下一步批量对比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已采集 SSD_00461P01 的 VLM 训练样本，可直接接入 QLoRA 微调管线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23/28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08 训练数据管线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24/28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跑过的轨迹 = 可复用的训练数据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batch_runner 每步记录 state / action / keyNumbers / reason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processed_runs_converter 从 22 个游戏的 processed-runs 生成 7 任务样本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当前数据集：15,083 条样本，覆盖 next_probe_action / information_gain_judgment 等任务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可直接喂给 Qwen3.5-4B/9B 与 Gemma-4-E4B 的 QLoRA 微调脚本（在 5090 服务器执行）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25/28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09 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26/28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接下来要攻的几件事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在真实云端 API（kimi / qwen / mimo）上触发 code-file 更新，验证真实 L2 的调参决策质量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把 runtime_rules.json 的 schema 写进 L2 prompt，约束可改字段与取值范围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尝试 L2 规则更新的 phase_contract 与 memory_entry 模式，完善上层对下层的更新手段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让本地 VLM 常驻，验证 L1 战术修正对 joystick 游戏的收益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在 5090 服务器上跑 QLoRA 微调，把本地 VLM 变成专用画面理解器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把离线回放集成到 CI：每次规则改动自动跑 5 游戏回归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27/28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651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谢谢，欢迎讨论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4648" y="393192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28/28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