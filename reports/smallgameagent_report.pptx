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0664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1097280"/>
            <a:ext cx="2011680" cy="2011680"/>
          </a:xfrm>
          <a:prstGeom prst="ellipse">
            <a:avLst/>
          </a:prstGeom>
          <a:solidFill>
            <a:srgbClr val="FF6B35">
              <a:lumMod val="85000"/>
              <a:lumOff val="1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-457200" y="5349240"/>
            <a:ext cx="13258800" cy="173736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-457200" y="5715000"/>
            <a:ext cx="13258800" cy="137160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516636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在线规则更新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representative subset 上 mean composite 0.275，5/6 游戏优于或持平 rule。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Gemma-4-E4B 视觉上下文让云端动作匹配从 3/9 提升到 5/9，本地 VLM 有潜力。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OpenCodeGo / MiMo / Kimi 直接做 gameplay 动作时大量空返回或 fallback，云端不适合逐帧控制。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SSD_00483P01 的 multi-bus activity=0，driver/profile 需要单独诊断。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全部成功，multi-bus-memory 综合 mean composite 0.275，activity 0.833。唯一例外 00483 需要 driver 诊断。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