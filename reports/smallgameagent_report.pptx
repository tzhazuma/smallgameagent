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3F6F9"/>
                </a:solidFill>
                <a:latin typeface="Microsoft YaHei"/>
              </a:defRPr>
            </a:pPr>
            <a:r>
              <a:t>smallgameagent 实验进展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3F6F9"/>
                </a:solidFill>
                <a:latin typeface="Microsoft YaHei"/>
              </a:defRPr>
            </a:pPr>
            <a:r>
              <a:t>LLM/VLM + 规则驱动的小游戏 Agent</a:t>
            </a:r>
            <a:br/>
            <a:r>
              <a:t>多 Provider、在线规则更新与批量数据管线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smallgameagent 项目组 · 2026-07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核心结论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代表性子集（6 游戏 × 15 runs）已跑通：B 类 tap-only 游戏 rule 模式即达 composite 0.300；A 类 joystick 游戏中 multi-bus-memory 对 00461 提升最大（0.106 → 0.300）。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浏览器环境修复是前置条件：WSL2 headless 需 Playwright bundled Chromium + --enable-unsafe-swiftshader --in-process-gpu。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记忆读回效果因游戏而异：对 00461 显著，但对 00483 无帮助，说明需要按游戏类型调优 driver/profile。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云端 API 适合做长程规划与规则更新，但必须在 L2 输出目标名称而非坐标；本地 VLM 更适合离线视觉标注。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多 Provider API 已统一接入：OpenCodeGo、Kimi、DeepSeek、MiMo（xiaomi）、Qwen 均可通过环境变量切换。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训练数据：processed-runs 34,150 条 + representative 1,173 条，为后续 QLoRA 微调做好准备。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三层架构：规则打底，云端/本地 VLM 做上层更新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1280160"/>
            <a:ext cx="5760720" cy="1234440"/>
          </a:xfrm>
          <a:prstGeom prst="round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383280" y="138988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L2 战略层 · 云端多模态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kimi-k2.7-code / mimo-v2.5 / DeepSeek / Qwen</a:t>
            </a:r>
            <a:br/>
            <a:r>
              <a:t>长程规划 + 规则更新触发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2834640"/>
            <a:ext cx="5760720" cy="1234440"/>
          </a:xfrm>
          <a:prstGeom prst="round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294436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L1 战术层 · 本地小 VLM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33756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qwen3.5-4b / gemma4-e4b（4-bit + KV-cache）</a:t>
            </a:r>
            <a:br/>
            <a:r>
              <a:t>离线标注 + 视觉上下文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4389120"/>
            <a:ext cx="5760720" cy="1234440"/>
          </a:xfrm>
          <a:prstGeom prst="roundRect">
            <a:avLst/>
          </a:prstGeom>
          <a:solidFill>
            <a:srgbClr val="FF6B3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4498848"/>
            <a:ext cx="5394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3F6F9"/>
                </a:solidFill>
                <a:latin typeface="Microsoft YaHei"/>
              </a:defRPr>
            </a:pPr>
            <a:r>
              <a:t>L0 执行层 · 规则引擎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892040"/>
            <a:ext cx="5394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tap-guide / tap-only / 障碍学习</a:t>
            </a:r>
            <a:br/>
            <a:r>
              <a:t>零延迟执行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37160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C75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371600"/>
            <a:ext cx="2468880" cy="411480"/>
          </a:xfrm>
          <a:prstGeom prst="rect">
            <a:avLst/>
          </a:prstGeom>
          <a:solidFill>
            <a:srgbClr val="6C757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触发条件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composite 连续低于阈值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stall 超过 5 步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L0/L2 决策冲突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世界模型 stale 命中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1371600"/>
            <a:ext cx="246888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26880" y="1371600"/>
            <a:ext cx="2468880" cy="411480"/>
          </a:xfrm>
          <a:prstGeom prst="rect">
            <a:avLst/>
          </a:prstGeom>
          <a:solidFill>
            <a:srgbClr val="28A745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32" y="1444752"/>
            <a:ext cx="23225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3F6F9"/>
                </a:solidFill>
                <a:latin typeface="Microsoft YaHei"/>
              </a:defRPr>
            </a:pPr>
            <a:r>
              <a:t>更新产物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36607" y="1874519"/>
            <a:ext cx="2249424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参数更新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phase contract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strategy memory</a:t>
            </a:r>
          </a:p>
          <a:p>
            <a:pPr algn="l">
              <a:spcAft>
                <a:spcPts val="400"/>
              </a:spcAft>
              <a:defRPr sz="1200" b="0">
                <a:solidFill>
                  <a:srgbClr val="1E2933"/>
                </a:solidFill>
                <a:latin typeface="Microsoft YaHei"/>
              </a:defRPr>
            </a:pPr>
            <a:r>
              <a:t>（可选）代码片段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0" y="5806440"/>
            <a:ext cx="7589520" cy="502920"/>
          </a:xfrm>
          <a:prstGeom prst="roundRect">
            <a:avLst/>
          </a:prstGeom>
          <a:solidFill>
            <a:srgbClr val="1E2933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5870448"/>
            <a:ext cx="7223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3F6F9"/>
                </a:solidFill>
                <a:latin typeface="Microsoft YaHei"/>
              </a:defRPr>
            </a:pPr>
            <a:r>
              <a:t>AgentBus · Observer → StateMapper → DecisionAnalyst → Verifier → Critic → MemoryCurator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全游戏 × 多模式批量矩阵（节选）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游戏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multi-bus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multi-bus-memory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hierarchical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00461 塔防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joystick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0.106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0.161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未跑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00483 吸沙抽水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joystick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未跑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00522 地下炸矿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joystick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0.215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0.227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0.240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未跑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00382 低坑杀鲨鱼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tap-only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00594 破石收水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tap-only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00742 加油小镇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tap-only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记忆读回 A/B 验证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12801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阶段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composite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activity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memory_hits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wm_violations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主要决策来源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phase1_write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92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strategy_memory:23, rule_engine:7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phase2_read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strategy_memory:29, rule_engine:1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control_no_memory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0.150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rule_engine:30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云端 API vs 本地 VLM 基准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8534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模态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struct 解析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延迟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结论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kimi-k2.7-code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文本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~2.2 s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最快文本模型，适合长程规划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mimo-v2.5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视觉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~18 s/帧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视觉准确但慢，适合离线标注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kimi-k2.6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视觉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0/3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~4 s/帧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思考链截断，需更强输出契约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gemma-4-E4B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本地视觉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3/3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~5 s/帧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本地最佳，8GB 显存可跑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Qwen3.5-4B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本地视觉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0/3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~12 s/帧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量化后可用，准确率待提升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规则在线更新：触发 → 决策 → 应用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触发：composite 连续低迷、stall 超过阈值、世界模型 stale、L0/L2 决策冲突。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L1 本地 VLM：看截图生成结构化视觉上下文，告诉云端 API 当前画面里有哪些可交互元素。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云端 API：输出结构化规则更新（参数 / phase contract / memory entry / 可选代码片段）。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应用：保守方案只改内存参数和 strategy memory；代码级更新需 diff + pytest + 短轨迹验证 + 自动回滚。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效果预期：把「拿到钱就升级」的短视行为，改成「攒够钱批量升级」的长程最优策略。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多 Provider 云端 API 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新增 MultiProviderClient，统一接入 OpenCodeGo / Kimi / DeepSeek / MiMo（xiaomi）/ Qwen。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API key 统一存放在 .env，已加入 .gitignore，绝不会被提交。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通过 CLOUD_PROVIDER 环境变量即可切换 provider；模型名随 provider 自动默认。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kimi 系列自动省略 temperature 参数，避免 400 错误。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保持 OpenCodeGoClient 兼容，现有调用无需修改。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关键修复：让评测结果更可信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probe 终止假阳性：cc.Button._transitionFinished 被 WIN 正则误命中 → 改为佐证制完成判定。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失败面板处理：minify 后组件名变单字母，改按节点名匹配 retry/continue，避开 download 广告陷阱。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rubric 动作盲区：tap 不再被计为 stall，multi-bus 的 activity=1.0 才真实可信。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generic fallback：22 个无 profile 游戏不再抛错，用未校准基线驱动并采集数据。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L2 输出契约：从抽象文本改为可执行指令队列，验证架构正确。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训练数据规模（7 任务格式）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4300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689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任务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processed-runs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轨迹转换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3F6F9"/>
                          </a:solidFill>
                          <a:latin typeface="Microsoft YaHei"/>
                        </a:defRPr>
                      </a:pPr>
                      <a:r>
                        <a:t>总计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next_probe_action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2,645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2,645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probe_action_effect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2,645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+3,040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5,685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field_grounding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2,645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2,645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information_gain_judgment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3,054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+3,040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6,094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pulse_response_grounding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1,435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+159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1,594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progression_grounding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2,645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+3,165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5,810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failure_recovery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14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+9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23</a:t>
                      </a:r>
                    </a:p>
                  </a:txBody>
                  <a:tcPr>
                    <a:solidFill>
                      <a:srgbClr val="F3F6F9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总计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15,083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+9,413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Microsoft YaHei"/>
                        </a:defRPr>
                      </a:pPr>
                      <a:r>
                        <a:t>23,596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F3F6F9"/>
                </a:solidFill>
                <a:latin typeface="Microsoft YaHei"/>
              </a:defRPr>
            </a:pPr>
            <a:r>
              <a:t>下一步工作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跑通本地 4-bit VLM 离线标注管线：qwen3.5-4b / gemma4-e4b，记录延迟与准确率。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在 00461 / 00736 等代表游戏上验证规则在线更新（方案 A）能否降低 stall、提升 composite。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把 L2 输出从「坐标」改为「目标名称」，让 L0 用 probe screenPosition 自行映射。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扩充 failure_recovery 训练样本，解决当前仅 23 条的短板。</a:t>
            </a:r>
          </a:p>
          <a:p>
            <a:pPr algn="l">
              <a:spcAft>
                <a:spcPts val="1000"/>
              </a:spcAft>
              <a:defRPr sz="1800" b="0">
                <a:solidFill>
                  <a:srgbClr val="1E2933"/>
                </a:solidFill>
                <a:latin typeface="Microsoft YaHei"/>
              </a:defRPr>
            </a:pPr>
            <a:r>
              <a:t>ssh5090 可访问后，用 23,596 条样本启动 QLoRA 训练。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18288"/>
          </a:xfrm>
          <a:prstGeom prst="rect">
            <a:avLst/>
          </a:prstGeom>
          <a:solidFill>
            <a:srgbClr val="0096C7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smallgameagent · LLM/VLM + 规则驱动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5836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6C757D"/>
                </a:solidFill>
                <a:latin typeface="Microsoft YaHei"/>
              </a:defRPr>
            </a:pPr>
            <a:r>
              <a:t>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