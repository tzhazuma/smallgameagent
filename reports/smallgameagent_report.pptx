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457200"/>
            <a:ext cx="5943600" cy="77724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06640" y="-457200"/>
            <a:ext cx="5943600" cy="77724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79" y="-457200"/>
            <a:ext cx="5943600" cy="77724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03920" y="-457200"/>
            <a:ext cx="5943600" cy="77724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0" y="1097280"/>
            <a:ext cx="2011680" cy="2011680"/>
          </a:xfrm>
          <a:prstGeom prst="ellipse">
            <a:avLst/>
          </a:prstGeom>
          <a:solidFill>
            <a:srgbClr val="FF6B35">
              <a:lumMod val="85000"/>
              <a:lumOff val="15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-457200" y="5349240"/>
            <a:ext cx="13258800" cy="173736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-457200" y="5715000"/>
            <a:ext cx="13258800" cy="1371600"/>
          </a:xfrm>
          <a:prstGeom prst="roundRect">
            <a:avLst/>
          </a:prstGeom>
          <a:solidFill>
            <a:srgbClr val="007AA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0" y="5166360"/>
            <a:ext cx="3959352" cy="54864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3F6F9"/>
                </a:solidFill>
                <a:latin typeface="Microsoft YaHei"/>
              </a:defRPr>
            </a:pPr>
            <a:r>
              <a:t>smallgameagent 实验进展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F3F6F9"/>
                </a:solidFill>
                <a:latin typeface="Microsoft YaHei"/>
              </a:defRPr>
            </a:pPr>
            <a:r>
              <a:t>LLM/VLM + 规则驱动的小游戏 Agent</a:t>
            </a:r>
            <a:br/>
            <a:r>
              <a:t>多 Provider、在线规则更新与批量数据管线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分层多 Agent · 在线规则更新 · 批量数据管线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今天聊什么？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小游戏 Agent 到底卡在哪几个地方？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我们的思路：把快执行和慢思考拆开，做三层架构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怎么接入多家云模型，又怎么在本地跑小 VLM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规则不是死的：云端模型如何在线更新底层规则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Agent 之间怎么通信、怎么记东西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最近实验跑出了什么结果，数据怎么准备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下一步还想试什么？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2/32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我们在解决什么问题？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3/32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小游戏可玩广告，自动化并不 trivial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空间一致性：场景会随着进度变化，云端模型容易记错障碍物位置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时间一致性：后面的策略可能反过来改前面的行为含义，导致推进失败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策略短视：有钱就升级，而不是攒够再升级，来回跑很多步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运行效率：不同游戏后端数据差异大，探针和日志不能一刀切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API 延迟：纯云端决策太慢，实时控制扛不住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4/32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三层架构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5/32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三层架构：规则打底，云端/本地 VLM 做上层更新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0" y="1280160"/>
            <a:ext cx="5760720" cy="123444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38988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L2 战略层 · 云端多模态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78308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kimi-k2.7-code / mimo-v2.5 / DeepSeek / Qwen</a:t>
            </a:r>
            <a:br/>
            <a:r>
              <a:t>长程规划 + 规则更新触发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2834640"/>
            <a:ext cx="5760720" cy="12344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94436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L1 战术层 · 本地小 VLM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3756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qwen3.5-4b / gemma4-e4b（4-bit + KV-cache）</a:t>
            </a:r>
            <a:br/>
            <a:r>
              <a:t>离线标注 + 视觉上下文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4389120"/>
            <a:ext cx="5760720" cy="123444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449884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L0 执行层 · 规则引擎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489204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tap-guide / tap-only / 障碍学习</a:t>
            </a:r>
            <a:br/>
            <a:r>
              <a:t>零延迟执行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715000" y="2514600"/>
            <a:ext cx="548640" cy="32004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5715000" y="4069080"/>
            <a:ext cx="548640" cy="32004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5760" y="1371600"/>
            <a:ext cx="24688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1371600"/>
            <a:ext cx="2468880" cy="41148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连续低于阈值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超过 5 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L0/L2 决策冲突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 stale 命中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1371600"/>
            <a:ext cx="24688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26880" y="1371600"/>
            <a:ext cx="246888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0003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更新产物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7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参数更新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phase contract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 memory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（可选）代码片段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86000" y="5806440"/>
            <a:ext cx="7589520" cy="502920"/>
          </a:xfrm>
          <a:prstGeom prst="roundRect">
            <a:avLst/>
          </a:prstGeom>
          <a:solidFill>
            <a:srgbClr val="1E293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870448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AgentBus · Observer → StateMapper → DecisionAnalyst → Verifier → Critic → MemoryCurator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6/32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慢思考 + 快执行，各司其职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L0 规则引擎：每步几乎不花时间，负责 move / tap 的零延迟执行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L1 本地 VLM：看截图判断当前状态，每 N 步或卡住时做战术修正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云端 API：看 probe state 做长程规划和规则更新，每 M 步或阶段切换触发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核心思路：把贵且慢的调用摊到多步，单步延迟压到接近 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7/32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云端多 Provider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8/32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云端多 Provider 实测状态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文本模型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视觉模型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kimi-k2.7-code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kimi-k2.6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 (xiaomi)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文本 ✅ / 视觉 ⚠️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❌ 余额不足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9/32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一个客户端，切换多家云模型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统一接入 OpenCodeGo / MiMo、Kimi、DeepSeek、Xiaomi、Qwen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.env 集中管理 key 与 base_url，provider 用 CLOUD_PROVIDER 环境变量切换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支持 KIMI_TEXT_MODEL / KIMI_VISION_MODEL 等覆盖默认模型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当前实测可用：Kimi / Xiaomi / OpenCodeGo 文本+多模态；Qwen 文本可用；DeepSeek 余额不足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Kimi 系列自动省略 temperature，避免代理返回 400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10/32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规则在线更新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11/32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规则在线更新：L2 的参数能真正改变 L0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463040"/>
            <a:ext cx="3657600" cy="128016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L2 云端 API</a:t>
            </a:r>
            <a:br/>
            <a:r>
              <a:t>检测触发条件，输出 param 更新</a:t>
            </a:r>
          </a:p>
        </p:txBody>
      </p:sp>
      <p:sp>
        <p:nvSpPr>
          <p:cNvPr id="7" name="Down Arrow 6"/>
          <p:cNvSpPr/>
          <p:nvPr/>
        </p:nvSpPr>
        <p:spPr>
          <a:xfrm>
            <a:off x="2377440" y="283464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3566160"/>
            <a:ext cx="3657600" cy="91440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共享 RuleParameters</a:t>
            </a:r>
            <a:br/>
            <a:r>
              <a:t>coin_save_buffer / stuck_escape_threshold / ...</a:t>
            </a:r>
          </a:p>
        </p:txBody>
      </p:sp>
      <p:sp>
        <p:nvSpPr>
          <p:cNvPr id="9" name="Down Arrow 8"/>
          <p:cNvSpPr/>
          <p:nvPr/>
        </p:nvSpPr>
        <p:spPr>
          <a:xfrm>
            <a:off x="2377440" y="452628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5257800"/>
            <a:ext cx="3657600" cy="109728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L0 规则引擎</a:t>
            </a:r>
            <a:br/>
            <a:r>
              <a:t>每步读取参数，执行 move / tap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463040"/>
            <a:ext cx="5760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0" y="1463040"/>
            <a:ext cx="576072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16752" y="1536192"/>
            <a:ext cx="5614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本次修复的关键点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1965960"/>
            <a:ext cx="5541264" cy="429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之前 L2 的 param 更新只停留在 HierarchicalPlanner 内部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RuleEngine 用硬编码默认值，导致更新无效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现在 HybridAgent 创建共享 RuleParameters，同时注入 L2 和 L0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更新 → 共享参数 → L0 即时生效，形成完整闭环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12/32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规则更新怎么触发？阈值 + 两层安全门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触发条件（满足任一即上报）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 N 步低于阈值（默认 0.15）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停滞计数超过阈值（默认 5 步）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 与 L2 决策连续 K 步冲突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世界模型检测到空间/时间一致性违例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L1 本地 VLM 的作用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每 N 步或卡住时看截图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输出「场景类型 / 关键目标 / 障碍 / UI」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把视觉上下文拼进 L2 prompt，辅助判断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不直接改规则，只提供改规则的证据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886200"/>
            <a:ext cx="112471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886200"/>
            <a:ext cx="1124712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3959352"/>
            <a:ext cx="11100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更新决策流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389120"/>
            <a:ext cx="1102766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① 触发器收集信号 → ② L1 补充视觉证据 → ③ L2 输出结构化 JSON（update_type / target / payload / confidence）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④ Applier 安全门：allowlist + 置信度 ≥ 0.9 + patch ≤ 2000 字符 + search 唯一匹配 + 自动备份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⑤ 通过则写入 runtime_rules.json；未通过进待审队列，由人工或更高阈值模型二次确认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⑥ RuleEngine 下一步读取新参数，行为立即改变；重启后配置仍然有效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13/32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代码文件级更新：L2 直接调引擎旋钮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安全门设计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白名单：只能改 configs/runtime_rules.json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置信度 ≥ 0.9，patch ≤ 2000 字符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search 块必须唯一匹配，否则进待审队列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修改前自动备份，保留最近 3 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离线实验结果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游戏：SSD_00461P01，回放 30 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mock L2 以 0.95 置信度触发更新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stuck_escape_threshold 5 → 3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第 6 步起规则引擎读取到新阈值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实验结束后配置文件自动恢复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" y="3977639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延迟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7.83s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kimi-k2.7-code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3.32s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xiaomi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6.18s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9.08s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594360" y="5440680"/>
            <a:ext cx="11064240" cy="5029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意义：云端模型不仅能改内存参数，还能持久化地调整规则引擎的「旋钮」，且 qwen/kimi/xiaomi/opencodego 四家都能正确生成可应用的 JSON patch。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14/32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规则不是写死的，触发后才让上层改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触发器监控：composite 持续低迷 / stall 计数 / L0-L2 决策冲突 / 世界模型 stale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输出结构化 JSON：param、memory_entry、phase_contract、code_file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默认只修改内存参数与 strategy memory，零风险、即时生效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代码文件改写需 allowlist + 置信度 ≥ 0.9 + 自动备份，没通过就进待审队列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目标：把「有钱就升级」的短视行为改成「攒够再升级」的长程策略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15/32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Agent 通信与记忆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16/32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Agent 通信与记忆：从单兵到协作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365760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记忆三层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Episodic：逐步 state / action / reward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Semantic：游戏类型、目标语义向量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Procedural：成功策略、失败模式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325880"/>
            <a:ext cx="36576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AgentBus 消息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OBSERVATION / STATE_UPDATE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DECISION_PROPOSAL / CRITIQUE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RULE_UPDATE / MEMORY_WRITE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66760" y="1325880"/>
            <a:ext cx="36576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991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协作流程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648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Observer 采集 probe 状态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DecisionAnalyst 生成候选动作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Critic 评估一致性风险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MemoryCurator 归档有用模式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11430000" cy="10058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核心思路：不要把所有决策压给一个模型。让云端 API 做长程规划，本地 VLM 做画面理解，规则引擎做零延迟执行，记忆层负责跨 episode 复用。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17/32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通信与记忆的设计取舍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记忆读回的优势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82880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00461 multi-bus-memory 0.106 → 0.300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00736 multi-bus-memory 0.269 → 0.300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跨 episode 复用成功模式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减少重复探索带来的 stall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32588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仍需解决的问题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182880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00483 / 00517 multi-bus activity=0：driver 不匹配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strategy_memory 需要预热，冷启动时可能反噬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多 Agent 冲突时需要更严格的仲裁机制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18/32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本地 VLM：把 8 GB 显存用到极限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19/32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本地 VLM：8 GB 显存上的画面理解层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当前能跑通什么？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828800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4-bit NF4 量化加载 Qwen3.5-4B/9B、Gemma-4-E4B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KV-cache 量化进一步压低显存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RTX 5060 8GB 上 Qwen3.5-4B 约 7s/帧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gemma-4-E4B 格式最稳定，延迟约 4.4s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32588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当前问题是什么？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1828800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默认模型视觉摘要不稳定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有时会输出大量 chain-of-thought 草稿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有时会截断，导致云端策略方向错误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text-only 反而比加 VLM 上下文更稳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069080"/>
            <a:ext cx="11247120" cy="16459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结论：本地 VLM 可以跑，但默认模型还不足以提升云端策略质量。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方向：用 15,083 条 processed-runs 样本做 QLoRA 微调，让模型学会输出「箭头方向 + 关键目标 + 障碍物」的结构化上下文。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部署：微调后通过 llama.cpp server 常驻，L1 每 N 步或卡住时提供视觉证据。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20/32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实验结果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21/32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离线回放：rule 基线 vs 在线规则更新（5 款游戏）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composite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hierarchical(mock)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updates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00461 塔防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00219 养牛卖奶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00332 圣诞薅羊毛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00342 建造合并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35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00382 低坑杀鲨鱼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22/32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Qwen L2 真实云端：SSD_00461P01（29 步）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type_match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10/29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action_match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7/29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composite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mean_latency_ms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3728.6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rule_update_count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23/32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关键发现：什么有效，什么还需打磨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32588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1E2933"/>
                </a:solidFill>
                <a:latin typeface="Microsoft YaHei"/>
              </a:defRPr>
            </a:pPr>
            <a:r>
              <a:t>multi-bus-memory 在 00461/00483/00522 稳定 0.300；B 类 tap-only 中 8/15 达 0.300。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8600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8600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1E2933"/>
                </a:solidFill>
                <a:latin typeface="Microsoft YaHei"/>
              </a:defRPr>
            </a:pPr>
            <a:r>
              <a:t>L2 code-file 更新在 qwen/kimi/xiaomi 均成功，云端模型确实能改持久化规则旋钮。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46120"/>
            <a:ext cx="1188720" cy="384048"/>
          </a:xfrm>
          <a:prstGeom prst="round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⚠️ 待优化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24612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1E2933"/>
                </a:solidFill>
                <a:latin typeface="Microsoft YaHei"/>
              </a:defRPr>
            </a:pPr>
            <a:r>
              <a:t>hierarchical 模式 activity=0：L2 输出被思考链截断，L1 本地 VLM 未启动。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206240"/>
            <a:ext cx="1188720" cy="384048"/>
          </a:xfrm>
          <a:prstGeom prst="round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⚠️ 待优化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20624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1E2933"/>
                </a:solidFill>
                <a:latin typeface="Microsoft YaHei"/>
              </a:defRPr>
            </a:pPr>
            <a:r>
              <a:t>本地 VLM 默认模型不稳定，有时会带偏云端方向，需要 QLoRA 微调。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166360"/>
            <a:ext cx="1188720" cy="384048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📌 方向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516636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1E2933"/>
                </a:solidFill>
                <a:latin typeface="Microsoft YaHei"/>
              </a:defRPr>
            </a:pPr>
            <a:r>
              <a:t>把 L2 输出从抽象 plan 改成目标名称队列，让 L0 用 probe 映射坐标；本地 VLM 只做证据。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24/32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训练数据管线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25/32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跑过的轨迹 = 可复用的训练数据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batch_runner 每步记录 state / action / keyNumbers / reason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processed_runs_converter 从 22 个游戏的 processed-runs 生成 7 任务样本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当前数据集：15,083 条样本，覆盖 next_probe_action / information_gain_judgment 等任务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可直接喂给 Qwen3.5-4B/9B 与 Gemma-4-E4B 的 QLoRA 微调脚本（在 5090 服务器执行）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26/32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游戏覆盖矩阵：22 款游戏已可驱动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71600"/>
            <a:ext cx="1106424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645920" cy="41148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A 类 joystick · 7 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00440 / 00461 / 00483 / 00496 / 00517 / 00522 / 00736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566160"/>
            <a:ext cx="1106424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749039"/>
            <a:ext cx="1645920" cy="41148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B 类 tap-only · 15 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5196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00219 / 00332 / 00342 / 00382 / 00394 / 00427 / 00434 / 00475 / 00482 / 00526 / 00532 / 00594 / 00669 / 00733 / 00742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27/32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28/32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技术路线图：从能跑到好用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200400"/>
            <a:ext cx="10972800" cy="73152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规则引擎 + 自动校准</a:t>
            </a:r>
            <a:br/>
            <a:r>
              <a:t>22 游戏可驱动</a:t>
            </a:r>
          </a:p>
        </p:txBody>
      </p:sp>
      <p:sp>
        <p:nvSpPr>
          <p:cNvPr id="10" name="Oval 9"/>
          <p:cNvSpPr/>
          <p:nvPr/>
        </p:nvSpPr>
        <p:spPr>
          <a:xfrm>
            <a:off x="3108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39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multi-bus-memory</a:t>
            </a:r>
            <a:br/>
            <a:r>
              <a:t>记忆读回 0.300</a:t>
            </a:r>
          </a:p>
        </p:txBody>
      </p:sp>
      <p:sp>
        <p:nvSpPr>
          <p:cNvPr id="13" name="Oval 12"/>
          <p:cNvSpPr/>
          <p:nvPr/>
        </p:nvSpPr>
        <p:spPr>
          <a:xfrm>
            <a:off x="5394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code-file 更新</a:t>
            </a:r>
            <a:br/>
            <a:r>
              <a:t>qwen/kimi/xiaomi/opencodego 验证</a:t>
            </a:r>
          </a:p>
        </p:txBody>
      </p:sp>
      <p:sp>
        <p:nvSpPr>
          <p:cNvPr id="16" name="Oval 15"/>
          <p:cNvSpPr/>
          <p:nvPr/>
        </p:nvSpPr>
        <p:spPr>
          <a:xfrm>
            <a:off x="7680960" y="3063240"/>
            <a:ext cx="320040" cy="320040"/>
          </a:xfrm>
          <a:prstGeom prst="ellipse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6B35"/>
                </a:solidFill>
                <a:latin typeface="Microsoft YaHei"/>
              </a:defRPr>
            </a:pPr>
            <a:r>
              <a:t>进行中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本地 VLM 上下文</a:t>
            </a:r>
            <a:br/>
            <a:r>
              <a:t>QLoRA 微调准备</a:t>
            </a:r>
          </a:p>
        </p:txBody>
      </p:sp>
      <p:sp>
        <p:nvSpPr>
          <p:cNvPr id="19" name="Oval 18"/>
          <p:cNvSpPr/>
          <p:nvPr/>
        </p:nvSpPr>
        <p:spPr>
          <a:xfrm>
            <a:off x="9966960" y="3063240"/>
            <a:ext cx="320040" cy="32004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96C7"/>
                </a:solidFill>
                <a:latin typeface="Microsoft YaHei"/>
              </a:defRPr>
            </a:pPr>
            <a:r>
              <a:t>下一步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真实游戏在线触发</a:t>
            </a:r>
            <a:br/>
            <a:r>
              <a:t>规则更新 + A/B 回归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074920"/>
            <a:ext cx="10972800" cy="82296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核心原则：把贵且慢的云端调用摊到多步，本地 VLM 只提供「证据」，规则引擎负责零延迟执行。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29/32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下一步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30/32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下一步：把实验变成稳定系统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在真实游戏运行中触发 code-file 更新，验证动态 stall/composite 下 L2 的决策质量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把 runtime_rules.json 的 schema 写进 L2 prompt，约束可改字段与取值范围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让本地 VLM 常驻，验证 L1 战术修正对 joystick 游戏的实际收益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在 5090 服务器跑 QLoRA 微调，把本地 VLM 训练成专用画面理解器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把离线回放接入 CI：每次规则改动自动跑 5 游戏回归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探索 Agent 间更严格的仲裁：Critic 对 L0/L2 冲突做最终决策</a:t>
            </a:r>
          </a:p>
        </p:txBody>
      </p:sp>
      <p:sp>
        <p:nvSpPr>
          <p:cNvPr id="7" name="Oval 6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31/32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9144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13716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18288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谢谢，欢迎讨论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393192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32/32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