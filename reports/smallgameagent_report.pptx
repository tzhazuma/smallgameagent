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5029200"/>
            <a:ext cx="3959352" cy="4572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分层多 Agent + 在线规则更新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空间一致性：场景会随着进度变化，云端模型容易记错障碍物位置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时间一致性：后面的策略可能反过来改前面的行为含义，导致推进失败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文本+多模态；Qwen 文本可用；OpenCodeGo / DeepSeek 余额不足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5" name="Down Arrow 4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11247120" cy="91440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意义：云端模型不仅能改内存参数，还能持久化地调整规则引擎的「旋钮」。重启后仍然生效，且风险被限制在单一配置文件中。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Agent 通信与记忆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083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280160"/>
            <a:ext cx="365760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35331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178308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35331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78308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离线回放不用开浏览器，就能快速验证 decider 改动，5 款游戏 rule/hierarchical 跑通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00332/00382 等 tap-only 游戏与 rule engine 策略一致，joystick 游戏仍有优化空间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API 成功触发 L2 规划与 rule update，但单步延迟约 3.7s，在线需异步化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memory / multi-bus 模式可接入同一离线回放框架，下一步批量对比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已采集 SSD_00461P01 的 VLM 训练样本，可直接接入 QLoRA 微调管线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09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在真实云端 API（kimi / qwen / mimo）上触发 code-file 更新，验证真实 L2 的调参决策质量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 runtime_rules.json 的 schema 写进 L2 prompt，约束可改字段与取值范围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尝试 L2 规则更新的 phase_contract 与 memory_entry 模式，完善上层对下层的更新手段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L1 战术修正对 joystick 游戏的收益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微调，把本地 VLM 变成专用画面理解器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把离线回放集成到 CI：每次规则改动自动跑 5 游戏回归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