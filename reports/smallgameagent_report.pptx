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latin typeface="Microsoft YaHei"/>
              </a:defRPr>
            </a:pPr>
            <a:r>
              <a:t>smallgameagent 实验报告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latin typeface="Microsoft YaHei"/>
              </a:defRPr>
            </a:pPr>
            <a:r>
              <a:t>LLM/VLM + 规则驱动的小游戏 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背景与四个核心问题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空间一致性：场景深入后交互方式/障碍物变化导致错位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时间一致性：场景与策略随时间演化，后续策略破坏前期功能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策略优化：Codex 按部就班、缺乏经济循环与机会成本抽象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效率：需要动态探针、灵活回退、动态日志，降低时延与观测成本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空间一致性方案与效果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根因：failCount 翻转 → LosePanel 激活 → 输入被面板阻断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VersionedWorldModel：entity/scene/capability 三版本 + stale 检测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探针新增 findPanelButtons：按节点名匹配、设计坐标→CSS 像素映射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A/B（00461，300 步）：composite 0.425→0.473，activity 0.54→0.92，墙钟 −42%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时间一致性方案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阶段契约机制 phase_contract.py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三层时间戳：event / observed / settled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settle 复查、受保护前缀 hash、失败分级 rollback/compensation/stop+replan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29 单测覆盖 190 步真实温度偏差复刻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策略优化方案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经济决策模拟器穷举真值，kimi-k2.7-code 三迭代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关键：先保证输出契约（16K tokens、末行 JSON）再谈最优性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决定性 batch 场景：朴素 0.711 → 引导 1.000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结论：显式给出经济循环+往返/机会成本抽象，可充分发挥 Codex 探索能力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效率优化方案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动态探针预算 probe_budget.py：L0/L1/L2 五级，五类触发器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L2 截图窗口上限 20%，高优先可挤占，冷却防抖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AdaptiveLogger：DEBUG 环形内存 + 触发窗口落盘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50 步无变化场景节省观测成本 ~82%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本地 VLM：Intel 核显 Vulkan（旧基线）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Qwen3.5-4B 2.75 tok/s，9B 0.72 tok/s，E4B 0.67 tok/s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视觉编码必须 --no-mmproj-offload 回 CPU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4 帧 struct 解析率 0/4，平均 534 s/帧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结论：仅适合作离线数据标注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本地 VLM：RTX 5060 CUDA + KV-cache 量化（新基线）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后端：llama.cpp CUDA12，-ngl 99 --flash-attn，K/V cache q4_0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Qwen3.5-4B：文本 82.6 tok/s，视觉 8 帧解析率 0.75，target_acc 0.83，平均 24.8 s/帧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gemma-4-E4B：文本 39.9 tok/s，单帧视觉 14.6 s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8 GB 显存跑 4B 宽裕，E4B 接近上限（7082 MB）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Qwen3.5 思考模型需 max_tokens=2048 才能输出 content 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Agent 通信与记忆（P8）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新增显式消息总线 AgentBus：OBSERVE / PERCEIVE / DECIDE / VERIFY / CRITIC / MEMORY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MultiAgentOrchestrator：循环流水线，Verifier 可触发 re-decide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StrategyMemory：文件型策略记忆，不依赖 sqlite-vec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新增 multi-bus / multi-bus-memory 模式与 Critic 角色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19 单测覆盖；在线 gameplay 矩阵脚本已就绪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云端 API 与在线 gameplay 状态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OpenCodeGo 认证通过但余额不足（CreditsError）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mimo-v2.5 / kimi-k2.7-code / kimi-k2.6 混合实验待充值后跑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WSL2 headless Chromium 无法初始化 Cocos 场景（cc.director.getScene() 为 null）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在线矩阵当前被环境阻塞，已记录并准备复跑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训练准备与后续工作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processed-runs → 15,083 样本 / 7 任务，VLMColdStartDataset 已验证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train_qwen35.py（QLoRA 4bit NF4 + ZeRO-2）就绪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ssh5090 可访问后：bash scripts/scp_to_ssh5090.sh 并开训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下一步：面板泛化、9B/E4B 调优、22 游戏 benchmark、verifiers 对抗数据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