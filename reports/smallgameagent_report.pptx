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smallgameagent 项目组 ·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到底难在哪？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我们的解法：三层快慢分离架构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云端多模型 API 与本地 VLM 的落地配置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规则在线更新：让底层规则也能「进化」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最新实验结果与训练数据管线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下一步我们要攻什么？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01 我们在解决什么问题？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小游戏可玩广告，自动化起来并不 trivial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空间一致性：场景会随进度改变，云端模型容易「记错」障碍物位置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时间一致性：后续策略会反向改写前面的行为语义，导致推进失败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策略短视：有钱就去升级，而不是攒够再升级，效率很低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运行效率：每个游戏后端数据不同，日志与探针不能一刀切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延迟：纯云端决策太慢，无法满足实时逐步控制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02 三层架构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 ~0 ms，负责 move / tap 的零延迟执行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5 步或卡住时做战术修正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做长程规划与规则更新，每 15 步或阶段切换触发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03 云端多 Provider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当前实测可用：Xiaomi / mimo-v2.5（文本 + 多模态）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OpenCodeGo、DeepSeek 余额不足；Kimi、Qwen 需确认模型名后重测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04 规则在线更新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冲突 / 世界模型 stale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自动备份，未通过则进入待审队列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目标：把「拿到钱就升级」的短视行为，改成「攒够再升级」的长程最优策略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05 本地 VLM：把 8 GB 显存用到极限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小模型 + 重量化 = 可落地的视觉层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基线：4-bit NF4 量化加载 Qwen3.5-4B/9B、Gemma-4-E4B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进一步减显存：KV-cache 量化（q4_0 / q8_0 / q4_k_m）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当前本地测试：Gemma-4-E4B 输出最稳定，3/3 帧可解析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系列速度更快，但需要更强的「只输出 JSON」系统提示约束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未来：离线标注 → QLoRA 微调 → 给云端 API 提供视觉上下文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06 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6 款代表性游戏：B 类 tap-only 全部满分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9389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game_id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activity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stall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SSD_00382P01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SSD_00382P01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93895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SSD_00461P01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0.106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0.708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SSD_00461P01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93895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SSD_00483P01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0.625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SSD_00483P01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</a:tr>
              <a:tr h="393895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SSD_00522P02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0.833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SSD_00522P02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93895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SSD_00594P02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SSD_00594P02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93895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SSD_00742P01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939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SSD_00742P01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 组 7 款 joystick 游戏最终平均结果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最优模式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00440 清障通车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0.206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0.175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0.172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multi-bus*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00483 吸沙抽水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multi-bus*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00496 电网抓丧尸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00517 末世旅店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00522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multi-bus*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00736 养蛙捕鱼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0.256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 类 tap-only 游戏 rule 模式即可达到 composite 0.300，tap 坐标映射已稳定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multi-bus 在 00461 / 00483 / 00522 上稳定满分，说明 bus + memory 对这类游戏有决定性收益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00496 / 00517 / 00736 的 multi-bus activity=0，driver 在这些游戏上选错了动作，需要按游戏调优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 组整体平均：rule 0.209、multi-bus 0.217、multi-bus-memory 0.218，差异被少数游戏拉满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浏览器修复是前置条件：WSL2 headless 需 bundled Chromium + swiftshader 参数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07 训练数据管线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trajectory_converter 离线生成 7 任务样本：next_probe_action、information_gain_judgment 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已累积 33,250 条样本，覆盖 rule / multi-bus-memory / hierarchical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08 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接下来要攻的几件事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跑完 B 组 15 游戏 × 2 模式 × 2 seeds，拿到完整 22 游戏矩阵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定位并修复 00483 multi-bus / multi-bus-memory activity=0 的问题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让本地 VLM 常驻，验证 hierarchical 三层协同的真实收益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 5090 服务器上跑 QLoRA 微调，把 VLM 变成专用的画面理解器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